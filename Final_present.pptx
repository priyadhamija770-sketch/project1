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3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53" autoAdjust="0"/>
    <p:restoredTop sz="94752" autoAdjust="0"/>
  </p:normalViewPr>
  <p:slideViewPr>
    <p:cSldViewPr>
      <p:cViewPr>
        <p:scale>
          <a:sx n="48" d="100"/>
          <a:sy n="48" d="100"/>
        </p:scale>
        <p:origin x="-1392" y="-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8EBB381-8A09-4595-BA58-15232A8B76AB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5A15EDA-D40D-4D67-9299-4E8A993429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3810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Company Name- </a:t>
            </a:r>
            <a:r>
              <a:rPr lang="en-US" dirty="0" err="1" smtClean="0"/>
              <a:t>Nexthikes</a:t>
            </a:r>
            <a:r>
              <a:rPr lang="en-US" dirty="0" smtClean="0"/>
              <a:t> IT Solutions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362200"/>
            <a:ext cx="7315200" cy="2590800"/>
          </a:xfrm>
        </p:spPr>
        <p:txBody>
          <a:bodyPr>
            <a:normAutofit/>
          </a:bodyPr>
          <a:lstStyle/>
          <a:p>
            <a:r>
              <a:rPr lang="en-US" dirty="0" smtClean="0"/>
              <a:t>Intern Name- </a:t>
            </a:r>
            <a:r>
              <a:rPr lang="en-US" dirty="0" err="1" smtClean="0"/>
              <a:t>Priya</a:t>
            </a:r>
            <a:r>
              <a:rPr lang="en-US" dirty="0" smtClean="0"/>
              <a:t> </a:t>
            </a:r>
            <a:r>
              <a:rPr lang="en-US" dirty="0" err="1" smtClean="0"/>
              <a:t>Dhamija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Project-Building Basic Calculator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Calculator </a:t>
            </a:r>
            <a:endParaRPr lang="en-US" dirty="0"/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057400"/>
            <a:ext cx="4619866" cy="29863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Studio Code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Create a Python File:</a:t>
            </a:r>
            <a:r>
              <a:rPr lang="en-US" dirty="0" smtClean="0"/>
              <a:t>  with a .</a:t>
            </a:r>
            <a:r>
              <a:rPr lang="en-US" dirty="0" err="1" smtClean="0"/>
              <a:t>py</a:t>
            </a:r>
            <a:r>
              <a:rPr lang="en-US" dirty="0" smtClean="0"/>
              <a:t> extension (e.g., main.py).</a:t>
            </a:r>
          </a:p>
          <a:p>
            <a:r>
              <a:rPr lang="en-US" b="1" dirty="0" smtClean="0"/>
              <a:t>Write Python Code:</a:t>
            </a:r>
            <a:r>
              <a:rPr lang="en-US" dirty="0" smtClean="0"/>
              <a:t> </a:t>
            </a:r>
          </a:p>
          <a:p>
            <a:pPr fontAlgn="ctr"/>
            <a:r>
              <a:rPr lang="en-US" b="1" dirty="0" smtClean="0"/>
              <a:t>Run the Code</a:t>
            </a:r>
            <a:r>
              <a:rPr lang="en-US" b="1" dirty="0" smtClean="0"/>
              <a:t>:</a:t>
            </a:r>
          </a:p>
          <a:p>
            <a:pPr fontAlgn="ctr"/>
            <a:r>
              <a:rPr lang="en-US" b="1" dirty="0" smtClean="0"/>
              <a:t>Using </a:t>
            </a:r>
            <a:r>
              <a:rPr lang="en-US" b="1" dirty="0" smtClean="0"/>
              <a:t>Code Runner:</a:t>
            </a:r>
            <a:r>
              <a:rPr lang="en-US" dirty="0" smtClean="0"/>
              <a:t> </a:t>
            </a:r>
          </a:p>
          <a:p>
            <a:r>
              <a:rPr lang="en-US" b="1" dirty="0" smtClean="0"/>
              <a:t>Using the Terminal:</a:t>
            </a:r>
            <a:r>
              <a:rPr lang="en-US" dirty="0" smtClean="0"/>
              <a:t> </a:t>
            </a:r>
          </a:p>
          <a:p>
            <a:r>
              <a:rPr lang="en-US" b="1" dirty="0" smtClean="0"/>
              <a:t>Running Selections:</a:t>
            </a:r>
            <a:r>
              <a:rPr lang="en-US" dirty="0" smtClean="0"/>
              <a:t> 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3 . </a:t>
            </a:r>
            <a:r>
              <a:rPr lang="en-US" dirty="0" err="1" smtClean="0"/>
              <a:t>Tkinter</a:t>
            </a:r>
            <a:r>
              <a:rPr lang="en-US" dirty="0" smtClean="0"/>
              <a:t> Library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1600200"/>
            <a:ext cx="6553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800" dirty="0" smtClean="0"/>
              <a:t>1.Importing the module – </a:t>
            </a:r>
            <a:r>
              <a:rPr lang="en-US" sz="2800" dirty="0" err="1" smtClean="0"/>
              <a:t>tkinter</a:t>
            </a:r>
            <a:endParaRPr lang="en-US" sz="2800" dirty="0" smtClean="0"/>
          </a:p>
          <a:p>
            <a:pPr fontAlgn="base"/>
            <a:endParaRPr lang="en-US" sz="2800" dirty="0" smtClean="0"/>
          </a:p>
          <a:p>
            <a:pPr fontAlgn="base"/>
            <a:r>
              <a:rPr lang="en-US" sz="2800" dirty="0" smtClean="0"/>
              <a:t>2.Create the main window (container)</a:t>
            </a:r>
          </a:p>
          <a:p>
            <a:pPr fontAlgn="base"/>
            <a:endParaRPr lang="en-US" sz="2800" dirty="0" smtClean="0"/>
          </a:p>
          <a:p>
            <a:pPr fontAlgn="base"/>
            <a:r>
              <a:rPr lang="en-US" sz="2800" dirty="0" smtClean="0"/>
              <a:t>3.Add any number of widgets to the main window</a:t>
            </a:r>
          </a:p>
          <a:p>
            <a:pPr fontAlgn="base"/>
            <a:endParaRPr lang="en-US" sz="2800" dirty="0" smtClean="0"/>
          </a:p>
          <a:p>
            <a:pPr fontAlgn="base"/>
            <a:r>
              <a:rPr lang="en-US" sz="2800" dirty="0" smtClean="0"/>
              <a:t>4.Apply the event Trigger on the widgets.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Final Output</a:t>
            </a:r>
            <a:endParaRPr lang="en-US" dirty="0"/>
          </a:p>
        </p:txBody>
      </p:sp>
      <p:pic>
        <p:nvPicPr>
          <p:cNvPr id="6" name="Content Placeholder 5" descr="final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52600"/>
            <a:ext cx="5477055" cy="369194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Thank You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77</TotalTime>
  <Words>58</Words>
  <Application>Microsoft Office PowerPoint</Application>
  <PresentationFormat>On-screen Show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Concourse</vt:lpstr>
      <vt:lpstr>Company Name- Nexthikes IT Solutions</vt:lpstr>
      <vt:lpstr>Basic Calculator </vt:lpstr>
      <vt:lpstr>Visual Studio Code </vt:lpstr>
      <vt:lpstr>3 . Tkinter Library</vt:lpstr>
      <vt:lpstr>4. Final Output</vt:lpstr>
      <vt:lpstr>Thank You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Name- Nexthikes IT Solutions</dc:title>
  <dc:creator>TECH</dc:creator>
  <cp:lastModifiedBy>TECH</cp:lastModifiedBy>
  <cp:revision>9</cp:revision>
  <dcterms:created xsi:type="dcterms:W3CDTF">2025-10-22T08:13:46Z</dcterms:created>
  <dcterms:modified xsi:type="dcterms:W3CDTF">2025-11-18T10:26:53Z</dcterms:modified>
</cp:coreProperties>
</file>